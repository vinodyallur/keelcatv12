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1965960"/>
            <a:ext cx="128016" cy="2194560"/>
          </a:xfrm>
          <a:prstGeom prst="roundRect">
            <a:avLst>
              <a:gd name="adj" fmla="val 6000"/>
            </a:avLst>
          </a:prstGeom>
          <a:solidFill>
            <a:srgbClr val="A8F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 i="0">
                <a:solidFill>
                  <a:srgbClr val="F4F6F9"/>
                </a:solidFill>
                <a:latin typeface="Segoe UI"/>
              </a:rPr>
              <a:t>KeelCat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A8FF53"/>
                </a:solidFill>
                <a:latin typeface="Segoe UI"/>
              </a:rPr>
              <a:t>On-device API guardian — from your phone.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94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9AA3B2"/>
                </a:solidFill>
                <a:latin typeface="Segoe UI"/>
              </a:rPr>
              <a:t>Point your iQOO at any API changelog. A local model on the NPU finds what breaks</a:t>
            </a:r>
            <a:br/>
            <a:r>
              <a:rPr sz="1600" b="0" i="0">
                <a:solidFill>
                  <a:srgbClr val="9AA3B2"/>
                </a:solidFill>
                <a:latin typeface="Segoe UI"/>
              </a:rPr>
              <a:t>in your code, drives your laptop over Office Kit to fix it, and opens a pull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521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4F6F9"/>
                </a:solidFill>
                <a:latin typeface="Segoe UI"/>
              </a:rPr>
              <a:t>Vinod &amp; Srushti</a:t>
            </a:r>
            <a:r>
              <a:rPr sz="1400">
                <a:solidFill>
                  <a:srgbClr val="666C78"/>
                </a:solidFill>
                <a:latin typeface="Segoe UI"/>
              </a:rPr>
              <a:t>     ·     Track: Developer Tools     ·     Live web product: keelcat.in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We lived this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1" dirty="0">
                <a:solidFill>
                  <a:srgbClr val="F4F6F9"/>
                </a:solidFill>
                <a:latin typeface="Segoe UI"/>
              </a:rPr>
              <a:t>“As an </a:t>
            </a:r>
            <a:r>
              <a:rPr lang="en-US" sz="2000" b="1" i="1" dirty="0">
                <a:solidFill>
                  <a:srgbClr val="F4F6F9"/>
                </a:solidFill>
                <a:latin typeface="Segoe UI"/>
              </a:rPr>
              <a:t>Developer</a:t>
            </a:r>
            <a:r>
              <a:rPr sz="2000" b="1" i="1" dirty="0">
                <a:solidFill>
                  <a:srgbClr val="F4F6F9"/>
                </a:solidFill>
                <a:latin typeface="Segoe UI"/>
              </a:rPr>
              <a:t>, a missed changelog took our app down. I shipped </a:t>
            </a:r>
            <a:r>
              <a:rPr lang="en-US" sz="2000" b="1" i="1" dirty="0">
                <a:solidFill>
                  <a:srgbClr val="F4F6F9"/>
                </a:solidFill>
                <a:latin typeface="Segoe UI"/>
              </a:rPr>
              <a:t>4</a:t>
            </a:r>
            <a:r>
              <a:rPr sz="2000" b="1" i="1" dirty="0">
                <a:solidFill>
                  <a:srgbClr val="F4F6F9"/>
                </a:solidFill>
                <a:latin typeface="Segoe UI"/>
              </a:rPr>
              <a:t>5 pull requests in 9 hours to fix every broken call site by hand.”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AA3B2"/>
                </a:solidFill>
                <a:latin typeface="Segoe UI"/>
              </a:rPr>
              <a:t>That night is why KeelCat exists — it should have been one reviewed PR, opened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Vinod   </a:t>
            </a:r>
            <a:r>
              <a:rPr sz="1300">
                <a:solidFill>
                  <a:srgbClr val="9AA3B2"/>
                </a:solidFill>
                <a:latin typeface="Segoe UI"/>
              </a:rPr>
              <a:t>Builds the full stack — detection, fix engine, infra. Startups since 17; hardware, drones, ESP32, and autonomous-systems background.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66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7608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Srushti   </a:t>
            </a:r>
            <a:r>
              <a:rPr sz="1300">
                <a:solidFill>
                  <a:srgbClr val="9AA3B2"/>
                </a:solidFill>
                <a:latin typeface="Segoe UI"/>
              </a:rPr>
              <a:t>Co-founder, full-time on KeelCat. Engineering classmates since 2022 (~4 years building together).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APIs break your code silently —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Every app runs on third-party APIs</a:t>
            </a:r>
            <a:r>
              <a:rPr sz="1800">
                <a:solidFill>
                  <a:srgbClr val="9AA3B2"/>
                </a:solidFill>
                <a:latin typeface="Segoe UI"/>
              </a:rPr>
              <a:t>  —  Stripe, OpenAI, Twilio, and internal services.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They change constantly</a:t>
            </a:r>
            <a:r>
              <a:rPr sz="1800">
                <a:solidFill>
                  <a:srgbClr val="9AA3B2"/>
                </a:solidFill>
                <a:latin typeface="Segoe UI"/>
              </a:rPr>
              <a:t>  —  a field renamed, a method removed, an endpoint deprecated.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You find out when it breaks</a:t>
            </a:r>
            <a:r>
              <a:rPr sz="1800">
                <a:solidFill>
                  <a:srgbClr val="9AA3B2"/>
                </a:solidFill>
                <a:latin typeface="Segoe UI"/>
              </a:rPr>
              <a:t>  —  usually in production, for a customer, at the worst time.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fix is a manual fire drill</a:t>
            </a:r>
            <a:r>
              <a:rPr sz="1800">
                <a:solidFill>
                  <a:srgbClr val="9AA3B2"/>
                </a:solidFill>
                <a:latin typeface="Segoe UI"/>
              </a:rPr>
              <a:t>  —  hunt every call site across every repo, and rewrite by hand.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~40%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of integration failures come from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unmanaged API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15–20 hrs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of emergency engineering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per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~90 days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AI API deprecation cycle —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and shrinking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WHAT WE'VE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 proven pipeline — live today at keelcat.in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Watch → Understand → Fix → Verify → PR</a:t>
            </a:r>
            <a:r>
              <a:rPr sz="1800">
                <a:solidFill>
                  <a:srgbClr val="9AA3B2"/>
                </a:solidFill>
                <a:latin typeface="Segoe UI"/>
              </a:rPr>
              <a:t>  —  detects breaking changes, rewrites affected code, opens a reviewable GitHub PR. Never auto-merges.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Shipped end-to-end</a:t>
            </a:r>
            <a:r>
              <a:rPr sz="1800">
                <a:solidFill>
                  <a:srgbClr val="9AA3B2"/>
                </a:solidFill>
                <a:latin typeface="Segoe UI"/>
              </a:rPr>
              <a:t>  —  multi-tenant SaaS, GitHub/Google/guest login, sandbox verification, Razorpay billing.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In the market</a:t>
            </a:r>
            <a:r>
              <a:rPr sz="1800">
                <a:solidFill>
                  <a:srgbClr val="9AA3B2"/>
                </a:solidFill>
                <a:latin typeface="Segoe UI"/>
              </a:rPr>
              <a:t>  —  two teams testing; first paying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 w="12700">
            <a:solidFill>
              <a:srgbClr val="F0B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0B31C"/>
                </a:solidFill>
                <a:latin typeface="Segoe UI"/>
              </a:rPr>
              <a:t>The gap: </a:t>
            </a:r>
            <a:r>
              <a:rPr sz="1500">
                <a:solidFill>
                  <a:srgbClr val="F4F6F9"/>
                </a:solidFill>
                <a:latin typeface="Segoe UI"/>
              </a:rPr>
              <a:t>today it needs an external LLM API key and cloud compute to parse changelogs — so your code context leaves the machine, and you're tied to a PC +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F0B31C"/>
                </a:solidFill>
                <a:latin typeface="Segoe UI"/>
              </a:rPr>
              <a:t>OUR HACKATHON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Phone-first KeelCat — the intelligence moves on-device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Bring the core onto the iQOO</a:t>
            </a:r>
            <a:r>
              <a:rPr sz="1800">
                <a:solidFill>
                  <a:srgbClr val="9AA3B2"/>
                </a:solidFill>
                <a:latin typeface="Segoe UI"/>
              </a:rPr>
              <a:t>  —  a small local open-source model (Gemma / Llama 3.2) runs on the Snapdragon NPU.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Parse changelogs on-device</a:t>
            </a:r>
            <a:r>
              <a:rPr sz="1800">
                <a:solidFill>
                  <a:srgbClr val="9AA3B2"/>
                </a:solidFill>
                <a:latin typeface="Segoe UI"/>
              </a:rPr>
              <a:t>  —  no external API key, nothing sent to the cloud — private and efficient.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Office Kit is the bridge</a:t>
            </a:r>
            <a:r>
              <a:rPr sz="1800">
                <a:solidFill>
                  <a:srgbClr val="9AA3B2"/>
                </a:solidFill>
                <a:latin typeface="Segoe UI"/>
              </a:rPr>
              <a:t>  —  the phone drives the laptop repo when heavier compute is needed.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Run it anywhere</a:t>
            </a:r>
            <a:r>
              <a:rPr sz="1800">
                <a:solidFill>
                  <a:srgbClr val="9AA3B2"/>
                </a:solidFill>
                <a:latin typeface="Segoe UI"/>
              </a:rPr>
              <a:t>  —  trigger a fix from your phone on a tea break — no PC or cloud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1">
                <a:solidFill>
                  <a:srgbClr val="A8FF53"/>
                </a:solidFill>
                <a:latin typeface="Segoe UI"/>
              </a:rPr>
              <a:t>The phone becomes the brain; the laptop just holds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Four taps, on the 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1. Capture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Point the camera at a changelog or deprecation warning. On-device OCR + local LLM → structured change-set.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2. Understand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Ask by voice: “what in Stripe v12 breaks my checkout?” — get a spoken impact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199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79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3. Fix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Over Office Kit, the phone drives the laptop: scan repo, apply fix, verify.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199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79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4. Review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The fix lands as a swipeable PR preview. Approve → opens a real GitHub PR.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F0B31C"/>
                </a:solidFill>
                <a:latin typeface="Segoe UI"/>
              </a:rPr>
              <a:t>WHY ON-DEVICE · WHY IQOO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 real reason to run local, not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700" b="1">
                <a:solidFill>
                  <a:srgbClr val="F4F6F9"/>
                </a:solidFill>
                <a:latin typeface="Segoe UI"/>
              </a:rPr>
              <a:t>Privacy</a:t>
            </a:r>
            <a:r>
              <a:rPr sz="1700">
                <a:solidFill>
                  <a:srgbClr val="9AA3B2"/>
                </a:solidFill>
                <a:latin typeface="Segoe UI"/>
              </a:rPr>
              <a:t>  —  proprietary code and internal changelogs never leave the device.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700" b="1">
                <a:solidFill>
                  <a:srgbClr val="F4F6F9"/>
                </a:solidFill>
                <a:latin typeface="Segoe UI"/>
              </a:rPr>
              <a:t>No API keys, no bill</a:t>
            </a:r>
            <a:r>
              <a:rPr sz="1700">
                <a:solidFill>
                  <a:srgbClr val="9AA3B2"/>
                </a:solidFill>
                <a:latin typeface="Segoe UI"/>
              </a:rPr>
              <a:t>  —  on-device inference replaces the external LLM the web version needs.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700" b="1">
                <a:solidFill>
                  <a:srgbClr val="F4F6F9"/>
                </a:solidFill>
                <a:latin typeface="Segoe UI"/>
              </a:rPr>
              <a:t>Offline &amp; portable</a:t>
            </a:r>
            <a:r>
              <a:rPr sz="1700">
                <a:solidFill>
                  <a:srgbClr val="9AA3B2"/>
                </a:solidFill>
                <a:latin typeface="Segoe UI"/>
              </a:rPr>
              <a:t>  —  works without connectivity; the developer's phone is always with them.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700" b="1">
                <a:solidFill>
                  <a:srgbClr val="F4F6F9"/>
                </a:solidFill>
                <a:latin typeface="Segoe UI"/>
              </a:rPr>
              <a:t>Creative phone use</a:t>
            </a:r>
            <a:r>
              <a:rPr sz="1700">
                <a:solidFill>
                  <a:srgbClr val="9AA3B2"/>
                </a:solidFill>
                <a:latin typeface="Segoe UI"/>
              </a:rPr>
              <a:t>  —  camera capture, voice queries, and NPU inference — not a bolt-on.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700" b="1">
                <a:solidFill>
                  <a:srgbClr val="F4F6F9"/>
                </a:solidFill>
                <a:latin typeface="Segoe UI"/>
              </a:rPr>
              <a:t>Office Kit as the spine</a:t>
            </a:r>
            <a:r>
              <a:rPr sz="1700">
                <a:solidFill>
                  <a:srgbClr val="9AA3B2"/>
                </a:solidFill>
                <a:latin typeface="Segoe UI"/>
              </a:rPr>
              <a:t>  —  the phone-to-laptop bridge is core to the fix loop, incl. Red Light (phone-only).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THE 30-HOUR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What we'll ship at the battle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 w="12700">
            <a:solidFill>
              <a:srgbClr val="A8F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1818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 dirty="0">
                <a:solidFill>
                  <a:srgbClr val="A8FF53"/>
                </a:solidFill>
                <a:latin typeface="Segoe UI"/>
              </a:rPr>
              <a:t>Core MVP</a:t>
            </a:r>
          </a:p>
          <a:p>
            <a:pPr>
              <a:spcBef>
                <a:spcPts val="700"/>
              </a:spcBef>
            </a:pPr>
            <a:r>
              <a:rPr sz="1300" b="1" dirty="0">
                <a:solidFill>
                  <a:srgbClr val="A8FF53"/>
                </a:solidFill>
                <a:latin typeface="Segoe UI"/>
              </a:rPr>
              <a:t>✓  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Android app on the </a:t>
            </a:r>
            <a:r>
              <a:rPr sz="1300" dirty="0" err="1">
                <a:solidFill>
                  <a:srgbClr val="F4F6F9"/>
                </a:solidFill>
                <a:latin typeface="Segoe UI"/>
              </a:rPr>
              <a:t>iQOO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 device</a:t>
            </a:r>
          </a:p>
          <a:p>
            <a:pPr>
              <a:spcBef>
                <a:spcPts val="700"/>
              </a:spcBef>
            </a:pPr>
            <a:r>
              <a:rPr sz="1300" b="1" dirty="0">
                <a:solidFill>
                  <a:srgbClr val="A8FF53"/>
                </a:solidFill>
                <a:latin typeface="Segoe UI"/>
              </a:rPr>
              <a:t>✓  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Camera + OCR capture of a changelog</a:t>
            </a:r>
          </a:p>
          <a:p>
            <a:pPr>
              <a:spcBef>
                <a:spcPts val="700"/>
              </a:spcBef>
            </a:pPr>
            <a:r>
              <a:rPr sz="1300" b="1" dirty="0">
                <a:solidFill>
                  <a:srgbClr val="A8FF53"/>
                </a:solidFill>
                <a:latin typeface="Segoe UI"/>
              </a:rPr>
              <a:t>✓  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Local LLM on NPU → structured change-set</a:t>
            </a:r>
          </a:p>
          <a:p>
            <a:pPr>
              <a:spcBef>
                <a:spcPts val="700"/>
              </a:spcBef>
            </a:pPr>
            <a:r>
              <a:rPr sz="1300" b="1" dirty="0">
                <a:solidFill>
                  <a:srgbClr val="A8FF53"/>
                </a:solidFill>
                <a:latin typeface="Segoe UI"/>
              </a:rPr>
              <a:t>✓  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Office Kit → scan repo, show diff on phone</a:t>
            </a:r>
          </a:p>
          <a:p>
            <a:pPr>
              <a:spcBef>
                <a:spcPts val="700"/>
              </a:spcBef>
            </a:pPr>
            <a:r>
              <a:rPr sz="1300" b="1" dirty="0">
                <a:solidFill>
                  <a:srgbClr val="A8FF53"/>
                </a:solidFill>
                <a:latin typeface="Segoe UI"/>
              </a:rPr>
              <a:t>✓  </a:t>
            </a:r>
            <a:r>
              <a:rPr sz="1300" dirty="0">
                <a:solidFill>
                  <a:srgbClr val="F4F6F9"/>
                </a:solidFill>
                <a:latin typeface="Segoe UI"/>
              </a:rPr>
              <a:t>Swipe-to-approve → opens a real GitHub 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92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0B31C"/>
                </a:solidFill>
                <a:latin typeface="Segoe UI"/>
              </a:rPr>
              <a:t>Stretch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F0B31C"/>
                </a:solidFill>
                <a:latin typeface="Segoe UI"/>
              </a:rPr>
              <a:t>→  </a:t>
            </a:r>
            <a:r>
              <a:rPr sz="1300">
                <a:solidFill>
                  <a:srgbClr val="9AA3B2"/>
                </a:solidFill>
                <a:latin typeface="Segoe UI"/>
              </a:rPr>
              <a:t>Multi-file fixes across the repo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F0B31C"/>
                </a:solidFill>
                <a:latin typeface="Segoe UI"/>
              </a:rPr>
              <a:t>→  </a:t>
            </a:r>
            <a:r>
              <a:rPr sz="1300">
                <a:solidFill>
                  <a:srgbClr val="9AA3B2"/>
                </a:solidFill>
                <a:latin typeface="Segoe UI"/>
              </a:rPr>
              <a:t>Security-scan pass on the same capture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F0B31C"/>
                </a:solidFill>
                <a:latin typeface="Segoe UI"/>
              </a:rPr>
              <a:t>→  </a:t>
            </a:r>
            <a:r>
              <a:rPr sz="1300">
                <a:solidFill>
                  <a:srgbClr val="9AA3B2"/>
                </a:solidFill>
                <a:latin typeface="Segoe UI"/>
              </a:rPr>
              <a:t>Offline changelog library cached on-device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F0B31C"/>
                </a:solidFill>
                <a:latin typeface="Segoe UI"/>
              </a:rPr>
              <a:t>→  </a:t>
            </a:r>
            <a:r>
              <a:rPr sz="1300">
                <a:solidFill>
                  <a:srgbClr val="9AA3B2"/>
                </a:solidFill>
                <a:latin typeface="Segoe UI"/>
              </a:rPr>
              <a:t>Fallback to cloud only if a model can't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A8FF53"/>
                </a:solidFill>
                <a:latin typeface="Segoe UI"/>
              </a:rPr>
              <a:t>Demo on one real, well-known API version bump against a sample repo.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FF53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How we build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A8FF53"/>
                </a:solidFill>
                <a:latin typeface="Segoe UI"/>
              </a:rPr>
              <a:t>On-device AI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Gemma / Llama 3.2 (quantized) on the Snapdragon NPU via MediaPipe LLM Inference / llama.cpp / MLC.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 dirty="0">
                <a:solidFill>
                  <a:srgbClr val="A8FF53"/>
                </a:solidFill>
                <a:latin typeface="Segoe UI"/>
              </a:rPr>
              <a:t>Vision &amp; voice</a:t>
            </a:r>
          </a:p>
          <a:p>
            <a:pPr>
              <a:spcBef>
                <a:spcPts val="600"/>
              </a:spcBef>
            </a:pPr>
            <a:r>
              <a:rPr sz="1300" b="0" i="0" dirty="0">
                <a:solidFill>
                  <a:srgbClr val="9AA3B2"/>
                </a:solidFill>
                <a:latin typeface="Segoe UI"/>
              </a:rPr>
              <a:t>On-device OCR (ML Kit) for changelog capture</a:t>
            </a:r>
            <a:r>
              <a:rPr lang="en-US" sz="1300" dirty="0">
                <a:solidFill>
                  <a:srgbClr val="9AA3B2"/>
                </a:solidFill>
                <a:latin typeface="Segoe UI"/>
              </a:rPr>
              <a:t>.</a:t>
            </a:r>
            <a:endParaRPr sz="1300" b="0" i="0" dirty="0">
              <a:solidFill>
                <a:srgbClr val="9AA3B2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886199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79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 dirty="0">
                <a:solidFill>
                  <a:srgbClr val="A8FF53"/>
                </a:solidFill>
                <a:latin typeface="Segoe UI"/>
              </a:rPr>
              <a:t>Bridge</a:t>
            </a:r>
          </a:p>
          <a:p>
            <a:pPr>
              <a:spcBef>
                <a:spcPts val="600"/>
              </a:spcBef>
            </a:pPr>
            <a:r>
              <a:rPr sz="1300" b="0" i="0" dirty="0">
                <a:solidFill>
                  <a:srgbClr val="9AA3B2"/>
                </a:solidFill>
                <a:latin typeface="Segoe UI"/>
              </a:rPr>
              <a:t>Office Kit — screen mirror, clipboard, file transfer, remote control between phone and laptop.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199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79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 dirty="0">
                <a:solidFill>
                  <a:srgbClr val="A8FF53"/>
                </a:solidFill>
                <a:latin typeface="Segoe UI"/>
              </a:rPr>
              <a:t>Code engine</a:t>
            </a:r>
          </a:p>
          <a:p>
            <a:pPr>
              <a:spcBef>
                <a:spcPts val="600"/>
              </a:spcBef>
            </a:pPr>
            <a:r>
              <a:rPr sz="1300" b="0" i="0" dirty="0">
                <a:solidFill>
                  <a:srgbClr val="9AA3B2"/>
                </a:solidFill>
                <a:latin typeface="Segoe UI"/>
              </a:rPr>
              <a:t>AST-aware scan + deterministic edits (LLM fallback), sandbox verify, GitHub PR — KeelCat's proven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iQOO Hackathon 2026 · Developer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28016" cy="2743200"/>
          </a:xfrm>
          <a:prstGeom prst="roundRect">
            <a:avLst>
              <a:gd name="adj" fmla="val 6000"/>
            </a:avLst>
          </a:prstGeom>
          <a:solidFill>
            <a:srgbClr val="A8F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API maintenance, in your pocket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build</a:t>
            </a:r>
            <a:r>
              <a:rPr sz="1800">
                <a:solidFill>
                  <a:srgbClr val="9AA3B2"/>
                </a:solidFill>
                <a:latin typeface="Segoe UI"/>
              </a:rPr>
              <a:t>  —  a phone-first, on-device version of a product that already works in the cloud.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edge</a:t>
            </a:r>
            <a:r>
              <a:rPr sz="1800">
                <a:solidFill>
                  <a:srgbClr val="9AA3B2"/>
                </a:solidFill>
                <a:latin typeface="Segoe UI"/>
              </a:rPr>
              <a:t>  —  local NPU inference makes it private, offline, and free of API keys.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vision</a:t>
            </a:r>
            <a:r>
              <a:rPr sz="1800">
                <a:solidFill>
                  <a:srgbClr val="9AA3B2"/>
                </a:solidFill>
                <a:latin typeface="Segoe UI"/>
              </a:rPr>
              <a:t>  —  keep the world's code working as the APIs beneath it change — from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keelcat.in</a:t>
            </a:r>
            <a:r>
              <a:rPr sz="1400">
                <a:solidFill>
                  <a:srgbClr val="9AA3B2"/>
                </a:solidFill>
                <a:latin typeface="Segoe UI"/>
              </a:rPr>
              <a:t>     ·     Vinod &amp; Srushti     ·     On-device API guardian, from your phone.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1033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YALLUR</cp:lastModifiedBy>
  <cp:revision>2</cp:revision>
  <dcterms:created xsi:type="dcterms:W3CDTF">2013-01-27T09:14:16Z</dcterms:created>
  <dcterms:modified xsi:type="dcterms:W3CDTF">2026-08-30T07:40:01Z</dcterms:modified>
  <cp:category/>
</cp:coreProperties>
</file>